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Zycus - UniSan S2P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Monthly Project Health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Generated 2026-07-10 00:24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Report period: 2026-06-05 to 2026-06-26 (up to 4 weekly runs recorded so far)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Status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645920" cy="50292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64592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This project is healthy — no action needed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15C"/>
                </a:solidFill>
                <a:latin typeface="Calibri"/>
              </a:rPr>
              <a:t>Confidence in this read: High — most of the expected data was filled in, so this read can be trusted.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A415C"/>
                </a:solidFill>
                <a:latin typeface="Calibri"/>
              </a:rPr>
              <a:t>Zycus - UniSan S2P Implementation is Green this week. In plain terms: 1 of its 39 milestones is delayed or missed, including Training Phase I. Data confidence for this read is high.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What's Driving This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E"/>
                </a:solidFill>
                <a:latin typeface="Calibri"/>
              </a:rPr>
              <a:t>Every area we measured, in plain terms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6420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75260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6420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Only about 3.5% of tasks are behind schedule, which is a healthy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92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764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60604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1764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E"/>
                </a:solidFill>
                <a:latin typeface="Calibri"/>
              </a:rPr>
              <a:t>Not enough data for this project — left out of the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6136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7108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Milestones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45948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7108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1 of its 39 milestones is delayed or missed, including Training Phase 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2452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Blockers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31292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2452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There are no open blockers right now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6824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7796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Team Feedback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516636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07796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E"/>
                </a:solidFill>
                <a:latin typeface="Calibri"/>
              </a:rPr>
              <a:t>Not enough data for this project — left out of the score.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21680"/>
            <a:ext cx="11064240" cy="7162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931408"/>
            <a:ext cx="237744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Key Deadlines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6019800"/>
            <a:ext cx="1005840" cy="32004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931408"/>
            <a:ext cx="6675120" cy="496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415C"/>
                </a:solidFill>
                <a:latin typeface="Calibri"/>
              </a:rPr>
              <a:t>No tasks on the tightest part of the schedule are currently 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Milestone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E"/>
                </a:solidFill>
                <a:latin typeface="Calibri"/>
              </a:rPr>
              <a:t>Delayed or missed milestones by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Zycus - UniSan S2P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691640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E09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415C"/>
                </a:solidFill>
                <a:latin typeface="Calibri"/>
              </a:rPr>
              <a:t>1/39 milestones delayed or missed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728E"/>
                </a:solidFill>
                <a:latin typeface="Calibri"/>
              </a:rPr>
              <a:t>Training Phase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Composite RAG Score Over Time (real weekly runs, not modeled)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21945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Zycus - UniSan S2P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05 · 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12 · 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19 · 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828800"/>
            <a:ext cx="1920240" cy="27432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1488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E"/>
                </a:solidFill>
                <a:latin typeface="Calibri"/>
              </a:rPr>
              <a:t>Jun 26 · 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What's ALSO real: Stakeholder Sentiment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E"/>
                </a:solidFill>
                <a:latin typeface="Calibri"/>
              </a:rPr>
              <a:t>Comment timestamps are real, dated facts — re-scoring sentiment using only comments that existed by each past week is measuring history, not modeling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056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53712"/>
            <a:ext cx="23774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Zycus - UniSan S2P Implementation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3 weeks ago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2 weeks ago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1 week ago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553712"/>
            <a:ext cx="914400" cy="274320"/>
          </a:xfrm>
          <a:prstGeom prst="roundRect">
            <a:avLst>
              <a:gd name="adj" fmla="val 6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E"/>
                </a:solidFill>
                <a:latin typeface="Calibri"/>
              </a:rPr>
              <a:t>This week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mbria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E"/>
                </a:solidFill>
                <a:latin typeface="Calibri"/>
              </a:rPr>
              <a:t>Generated for a VP audience from this month's project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642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Implement an accelerated training schedule for the delayed phase I to minimize future delays.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5786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Conduct a root cause analysis on the delay in Training Phase I and develop corrective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930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Increase monitoring frequency of project milestones to ensure timely completion of remaining phases.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4074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Review resource allocation for upcoming training sessions to prevent bottlenecks.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035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32180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A415C"/>
                </a:solidFill>
                <a:latin typeface="Calibri"/>
              </a:rPr>
              <a:t>Engage with stakeholders to communicate the impact of delays and revised timelines.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