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Zycus - Titan S2P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Monthly Project Health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Generated 2026-07-10 00:23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Report period: 2026-06-05 to 2026-06-26 (up to 4 weekly runs recorded so far)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Status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645920" cy="5029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64592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This project needs attention now — one or more areas are seriously behind.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15C"/>
                </a:solidFill>
                <a:latin typeface="Calibri"/>
              </a:rPr>
              <a:t>Confidence in this read: Medium — some expected data was missing, so treat this read with a little caution.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Escalation note: Milestones and Blockers are both seriously behind this month. When two or more areas are this critical, the status is capped at Red regardless of the composite score.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15C"/>
                </a:solidFill>
                <a:latin typeface="Calibri"/>
              </a:rPr>
              <a:t>Zycus - Titan S2P Implementation is Red this week. In plain terms: 9 of its 14 milestones are delayed or missed, including Configuration and Build phase and UAT; one blocker ("Supplier Notification template") has been open for 92 days; and stakeholder comments read mostly cautious or mixed. Data confidence for this read is medium.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What's Driving This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E"/>
                </a:solidFill>
                <a:latin typeface="Calibri"/>
              </a:rPr>
              <a:t>Every area we measured, in plain terms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7162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64208"/>
            <a:ext cx="237744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75260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64208"/>
            <a:ext cx="667512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Only about 2.0% of tasks are behind schedule, which is a healthy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920"/>
            <a:ext cx="11064240" cy="7162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7648"/>
            <a:ext cx="237744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60604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17648"/>
            <a:ext cx="667512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E"/>
                </a:solidFill>
                <a:latin typeface="Calibri"/>
              </a:rPr>
              <a:t>Not enough data for this project — left out of the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61360"/>
            <a:ext cx="11064240" cy="7162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71088"/>
            <a:ext cx="237744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Milestones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45948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71088"/>
            <a:ext cx="667512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9 of its 14 milestones are delayed or missed, including Configuration and Build phase and UAT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11064240" cy="7162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24528"/>
            <a:ext cx="237744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Blockers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31292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24528"/>
            <a:ext cx="667512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One blocker ("Supplier Notification template") has been open for 92 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68240"/>
            <a:ext cx="11064240" cy="7162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77968"/>
            <a:ext cx="237744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Team Feedback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516636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E09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077968"/>
            <a:ext cx="667512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Stakeholder comments read mostly cautious or mixed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21680"/>
            <a:ext cx="11064240" cy="7162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931408"/>
            <a:ext cx="237744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Key Deadlines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601980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931408"/>
            <a:ext cx="667512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No tasks on the tightest part of the schedule are currently 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Milestone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E"/>
                </a:solidFill>
                <a:latin typeface="Calibri"/>
              </a:rPr>
              <a:t>Delayed or missed milestones by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20116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Zycus - Titan S2P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691640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415C"/>
                </a:solidFill>
                <a:latin typeface="Calibri"/>
              </a:rPr>
              <a:t>9/14 milestones delayed or missed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E"/>
                </a:solidFill>
                <a:latin typeface="Calibri"/>
              </a:rPr>
              <a:t>Configuration and Build phase, UAT, Train The Trainer, Production &amp; Cutover, Go-Live &amp; Support intro, Hyper Care(Measure and Adoption) Solution...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Composite RAG Score Over Time (real weekly runs, not modeled)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21945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Zycus - Titan S2P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488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05 · 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828800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1488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12 · 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488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19 · 65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828800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1488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26 · 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What's ALSO real: Stakeholder Sentiment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E"/>
                </a:solidFill>
                <a:latin typeface="Calibri"/>
              </a:rPr>
              <a:t>Comment timestamps are real, dated facts — re-scoring sentiment using only comments that existed by each past week is measuring history, not modeling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8056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53712"/>
            <a:ext cx="237744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Zycus - Titan S2P Implementation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45537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E09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3 weeks ago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45537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E09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2 weeks ago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5537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E09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1 week ago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5537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E09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This week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E"/>
                </a:solidFill>
                <a:latin typeface="Calibri"/>
              </a:rPr>
              <a:t>Generated for a VP audience from this month's project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642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Conduct an immediate review and reassessment of the current milestone timelines to identify critical path adjustments.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5786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Initiate stakeholder engagement sessions to understand concerns and gather insights for improving confidence in project delivery.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930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Prioritize resolving open blockers, starting with the 'Supplier Notification template' issue due to its prolonged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4074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Implement a more robust change management process to better handle configuration and build phase challenges.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035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3218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Enhance communication strategies to ensure transparency and maintain stakeholder trust throughout project progression.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